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B32"/>
    <a:srgbClr val="F8F8FE"/>
    <a:srgbClr val="3A4A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94660"/>
  </p:normalViewPr>
  <p:slideViewPr>
    <p:cSldViewPr snapToGrid="0">
      <p:cViewPr>
        <p:scale>
          <a:sx n="125" d="100"/>
          <a:sy n="125" d="100"/>
        </p:scale>
        <p:origin x="1584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D29AF-AB12-4231-99F1-651E37FD28B8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69D2-2DD0-4172-88B9-7ACA7A7A0C4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116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D29AF-AB12-4231-99F1-651E37FD28B8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69D2-2DD0-4172-88B9-7ACA7A7A0C4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571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D29AF-AB12-4231-99F1-651E37FD28B8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69D2-2DD0-4172-88B9-7ACA7A7A0C4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83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D29AF-AB12-4231-99F1-651E37FD28B8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69D2-2DD0-4172-88B9-7ACA7A7A0C4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347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D29AF-AB12-4231-99F1-651E37FD28B8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69D2-2DD0-4172-88B9-7ACA7A7A0C4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23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D29AF-AB12-4231-99F1-651E37FD28B8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69D2-2DD0-4172-88B9-7ACA7A7A0C4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41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D29AF-AB12-4231-99F1-651E37FD28B8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69D2-2DD0-4172-88B9-7ACA7A7A0C4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663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D29AF-AB12-4231-99F1-651E37FD28B8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69D2-2DD0-4172-88B9-7ACA7A7A0C4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739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D29AF-AB12-4231-99F1-651E37FD28B8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69D2-2DD0-4172-88B9-7ACA7A7A0C4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179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D29AF-AB12-4231-99F1-651E37FD28B8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69D2-2DD0-4172-88B9-7ACA7A7A0C4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94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D29AF-AB12-4231-99F1-651E37FD28B8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69D2-2DD0-4172-88B9-7ACA7A7A0C4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742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D29AF-AB12-4231-99F1-651E37FD28B8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369D2-2DD0-4172-88B9-7ACA7A7A0C4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351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User GUI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Custom Cuban chain links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896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pieren 14"/>
          <p:cNvGrpSpPr/>
          <p:nvPr/>
        </p:nvGrpSpPr>
        <p:grpSpPr>
          <a:xfrm>
            <a:off x="0" y="381000"/>
            <a:ext cx="8338455" cy="5676900"/>
            <a:chOff x="43545" y="0"/>
            <a:chExt cx="10287000" cy="6858000"/>
          </a:xfrm>
        </p:grpSpPr>
        <p:grpSp>
          <p:nvGrpSpPr>
            <p:cNvPr id="9" name="Gruppieren 8"/>
            <p:cNvGrpSpPr/>
            <p:nvPr/>
          </p:nvGrpSpPr>
          <p:grpSpPr>
            <a:xfrm>
              <a:off x="43545" y="0"/>
              <a:ext cx="10287000" cy="6858000"/>
              <a:chOff x="0" y="-79829"/>
              <a:chExt cx="10287000" cy="6858000"/>
            </a:xfrm>
          </p:grpSpPr>
          <p:pic>
            <p:nvPicPr>
              <p:cNvPr id="5" name="Grafik 4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-79829"/>
                <a:ext cx="10287000" cy="6858000"/>
              </a:xfrm>
              <a:prstGeom prst="rect">
                <a:avLst/>
              </a:prstGeom>
            </p:spPr>
          </p:pic>
          <p:pic>
            <p:nvPicPr>
              <p:cNvPr id="6" name="Grafik 5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2557" t="66667" r="9224" b="24444"/>
              <a:stretch/>
            </p:blipFill>
            <p:spPr>
              <a:xfrm>
                <a:off x="6444342" y="4296228"/>
                <a:ext cx="2902857" cy="609600"/>
              </a:xfrm>
              <a:prstGeom prst="rect">
                <a:avLst/>
              </a:prstGeom>
            </p:spPr>
          </p:pic>
          <p:sp>
            <p:nvSpPr>
              <p:cNvPr id="8" name="Rechteck 7"/>
              <p:cNvSpPr/>
              <p:nvPr/>
            </p:nvSpPr>
            <p:spPr>
              <a:xfrm>
                <a:off x="885371" y="4601028"/>
                <a:ext cx="4891315" cy="10014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" name="Grafik 6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3139" t="64233" r="8219" b="27090"/>
              <a:stretch/>
            </p:blipFill>
            <p:spPr>
              <a:xfrm>
                <a:off x="580572" y="5304971"/>
                <a:ext cx="2946400" cy="595086"/>
              </a:xfrm>
              <a:prstGeom prst="rect">
                <a:avLst/>
              </a:prstGeom>
            </p:spPr>
          </p:pic>
        </p:grpSp>
        <p:sp>
          <p:nvSpPr>
            <p:cNvPr id="10" name="Rechteck 9"/>
            <p:cNvSpPr/>
            <p:nvPr/>
          </p:nvSpPr>
          <p:spPr>
            <a:xfrm>
              <a:off x="7160988" y="5130800"/>
              <a:ext cx="1269092" cy="346075"/>
            </a:xfrm>
            <a:prstGeom prst="rect">
              <a:avLst/>
            </a:prstGeom>
            <a:solidFill>
              <a:srgbClr val="3A4A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bg1"/>
                  </a:solidFill>
                </a:rPr>
                <a:t>Done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feld 10"/>
          <p:cNvSpPr txBox="1"/>
          <p:nvPr/>
        </p:nvSpPr>
        <p:spPr>
          <a:xfrm>
            <a:off x="9351211" y="257505"/>
            <a:ext cx="9835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rgbClr val="7030A0"/>
                </a:solidFill>
              </a:rPr>
              <a:t>Options:</a:t>
            </a:r>
          </a:p>
          <a:p>
            <a:r>
              <a:rPr lang="en-GB" dirty="0" smtClean="0">
                <a:solidFill>
                  <a:schemeClr val="accent2">
                    <a:lumMod val="75000"/>
                  </a:schemeClr>
                </a:solidFill>
              </a:rPr>
              <a:t>Silver</a:t>
            </a:r>
          </a:p>
          <a:p>
            <a:r>
              <a:rPr lang="en-GB" dirty="0" smtClean="0">
                <a:solidFill>
                  <a:schemeClr val="accent2">
                    <a:lumMod val="75000"/>
                  </a:schemeClr>
                </a:solidFill>
              </a:rPr>
              <a:t>Gold</a:t>
            </a:r>
          </a:p>
          <a:p>
            <a:r>
              <a:rPr lang="en-GB" dirty="0" smtClean="0">
                <a:solidFill>
                  <a:schemeClr val="accent2">
                    <a:lumMod val="75000"/>
                  </a:schemeClr>
                </a:solidFill>
              </a:rPr>
              <a:t>Grey</a:t>
            </a:r>
          </a:p>
          <a:p>
            <a:r>
              <a:rPr lang="en-GB" dirty="0" smtClean="0">
                <a:solidFill>
                  <a:schemeClr val="accent2">
                    <a:lumMod val="75000"/>
                  </a:schemeClr>
                </a:solidFill>
              </a:rPr>
              <a:t>Black 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6593424" y="2223205"/>
            <a:ext cx="332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rgbClr val="7030A0"/>
                </a:solidFill>
              </a:rPr>
              <a:t>Enables Drop down menus below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3" name="Textfeld 12"/>
          <p:cNvSpPr txBox="1"/>
          <p:nvPr/>
        </p:nvSpPr>
        <p:spPr>
          <a:xfrm>
            <a:off x="7576669" y="2506704"/>
            <a:ext cx="3135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7030A0"/>
                </a:solidFill>
              </a:rPr>
              <a:t>Enables Drop down menu below depending on selection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10609354" y="-37438"/>
            <a:ext cx="3135378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0070C0"/>
                </a:solidFill>
              </a:rPr>
              <a:t>Diamonds: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Colourless</a:t>
            </a:r>
          </a:p>
          <a:p>
            <a:r>
              <a:rPr lang="en-GB" dirty="0" err="1" smtClean="0">
                <a:solidFill>
                  <a:srgbClr val="0070C0"/>
                </a:solidFill>
              </a:rPr>
              <a:t>Moissanites</a:t>
            </a:r>
            <a:r>
              <a:rPr lang="en-GB" dirty="0" smtClean="0">
                <a:solidFill>
                  <a:srgbClr val="0070C0"/>
                </a:solidFill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Colourless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Black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Green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Red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Blue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Yellow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Orange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Rainbow1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Rainbow2</a:t>
            </a:r>
          </a:p>
          <a:p>
            <a:r>
              <a:rPr lang="en-GB" dirty="0" smtClean="0">
                <a:solidFill>
                  <a:srgbClr val="0070C0"/>
                </a:solidFill>
              </a:rPr>
              <a:t>Enamel: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Black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White</a:t>
            </a:r>
            <a:endParaRPr lang="en-GB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Green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Red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Blue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Yellow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Orange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Opal 1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Opal 2</a:t>
            </a:r>
          </a:p>
          <a:p>
            <a:r>
              <a:rPr lang="en-GB" dirty="0" smtClean="0">
                <a:solidFill>
                  <a:srgbClr val="0070C0"/>
                </a:solidFill>
              </a:rPr>
              <a:t>Engraving: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Pattern 1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Pattern 2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6" name="Rechteck 15"/>
          <p:cNvSpPr/>
          <p:nvPr/>
        </p:nvSpPr>
        <p:spPr>
          <a:xfrm>
            <a:off x="5223666" y="2667000"/>
            <a:ext cx="2353003" cy="32385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hteck 16"/>
          <p:cNvSpPr/>
          <p:nvPr/>
        </p:nvSpPr>
        <p:spPr>
          <a:xfrm>
            <a:off x="5223666" y="3219450"/>
            <a:ext cx="2353003" cy="323850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hteck 17"/>
          <p:cNvSpPr/>
          <p:nvPr/>
        </p:nvSpPr>
        <p:spPr>
          <a:xfrm>
            <a:off x="5223666" y="1790878"/>
            <a:ext cx="2353003" cy="323850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feld 18"/>
          <p:cNvSpPr txBox="1"/>
          <p:nvPr/>
        </p:nvSpPr>
        <p:spPr>
          <a:xfrm>
            <a:off x="6593424" y="3609715"/>
            <a:ext cx="3135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7030A0"/>
                </a:solidFill>
              </a:rPr>
              <a:t>Tick to apply to sides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20" name="Textfeld 19"/>
          <p:cNvSpPr txBox="1"/>
          <p:nvPr/>
        </p:nvSpPr>
        <p:spPr>
          <a:xfrm>
            <a:off x="470601" y="5372170"/>
            <a:ext cx="3135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7030A0"/>
                </a:solidFill>
              </a:rPr>
              <a:t>Save and load code for the configuration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21" name="Textfeld 20"/>
          <p:cNvSpPr txBox="1"/>
          <p:nvPr/>
        </p:nvSpPr>
        <p:spPr>
          <a:xfrm>
            <a:off x="2067699" y="3961793"/>
            <a:ext cx="3135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7030A0"/>
                </a:solidFill>
              </a:rPr>
              <a:t>After configuration, click “apply to”, then click on the links 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22" name="Abgerundetes Rechteck 21"/>
          <p:cNvSpPr/>
          <p:nvPr/>
        </p:nvSpPr>
        <p:spPr>
          <a:xfrm>
            <a:off x="5228077" y="4045462"/>
            <a:ext cx="1500383" cy="389280"/>
          </a:xfrm>
          <a:prstGeom prst="roundRect">
            <a:avLst/>
          </a:prstGeom>
          <a:solidFill>
            <a:srgbClr val="F8F8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rgbClr val="282B32"/>
                </a:solidFill>
              </a:rPr>
              <a:t>Apply to</a:t>
            </a:r>
            <a:endParaRPr lang="en-US" sz="1400" dirty="0">
              <a:solidFill>
                <a:srgbClr val="282B32"/>
              </a:solidFill>
            </a:endParaRPr>
          </a:p>
        </p:txBody>
      </p:sp>
      <p:sp>
        <p:nvSpPr>
          <p:cNvPr id="23" name="Abgerundetes Rechteck 22"/>
          <p:cNvSpPr/>
          <p:nvPr/>
        </p:nvSpPr>
        <p:spPr>
          <a:xfrm>
            <a:off x="6706046" y="4061069"/>
            <a:ext cx="870623" cy="389280"/>
          </a:xfrm>
          <a:prstGeom prst="roundRect">
            <a:avLst/>
          </a:prstGeom>
          <a:solidFill>
            <a:srgbClr val="F8F8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rgbClr val="282B32"/>
                </a:solidFill>
              </a:rPr>
              <a:t>Undo</a:t>
            </a:r>
            <a:endParaRPr lang="en-US" sz="1400" dirty="0">
              <a:solidFill>
                <a:srgbClr val="282B32"/>
              </a:solidFill>
            </a:endParaRPr>
          </a:p>
        </p:txBody>
      </p:sp>
      <p:sp>
        <p:nvSpPr>
          <p:cNvPr id="24" name="Textfeld 23"/>
          <p:cNvSpPr txBox="1"/>
          <p:nvPr/>
        </p:nvSpPr>
        <p:spPr>
          <a:xfrm>
            <a:off x="7486949" y="4069818"/>
            <a:ext cx="3135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7030A0"/>
                </a:solidFill>
              </a:rPr>
              <a:t>Undo last application to a link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25" name="Textfeld 24"/>
          <p:cNvSpPr txBox="1"/>
          <p:nvPr/>
        </p:nvSpPr>
        <p:spPr>
          <a:xfrm>
            <a:off x="5119366" y="5029556"/>
            <a:ext cx="3466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7030A0"/>
                </a:solidFill>
              </a:rPr>
              <a:t>Finish the configuration and close the configuration interface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953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Microsoft Office PowerPoint</Application>
  <PresentationFormat>Breitbild</PresentationFormat>
  <Paragraphs>42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User GUI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GUI</dc:title>
  <dc:creator>Kelvin yao</dc:creator>
  <cp:lastModifiedBy>Kelvin yao</cp:lastModifiedBy>
  <cp:revision>5</cp:revision>
  <dcterms:created xsi:type="dcterms:W3CDTF">2025-10-05T11:24:40Z</dcterms:created>
  <dcterms:modified xsi:type="dcterms:W3CDTF">2025-10-05T12:23:15Z</dcterms:modified>
</cp:coreProperties>
</file>